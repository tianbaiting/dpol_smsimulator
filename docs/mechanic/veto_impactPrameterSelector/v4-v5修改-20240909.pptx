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A10054-6221-46B6-9710-99A7226524B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5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标题和竖排文字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C811B0-44E8-436D-8D88-48A9D946C28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竖排标题与文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DA018B-6DEE-45B7-911E-CF8CC26B7AB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437143-E6EE-4678-85FF-708FFFAF152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节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A4817B-0850-41BC-8B95-6BD5C88C760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两栏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D562B8-F2B1-4576-9E8D-F5F7AA6F814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F4E267-8804-41F0-B85B-04357F53FDB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仅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19BAA9-02B5-44BB-903F-BE32D7F4309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CDA190-2416-41B4-A18E-5F7B8FC5AA8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容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D5ACDB-184C-409A-937C-3E1D806E3A1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图片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9FFC4F-3452-4DE8-80D9-67AEBBC4DF0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V4-&gt;V5</a:t>
            </a: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修改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内容占位符 4" descr=""/>
          <p:cNvPicPr/>
          <p:nvPr/>
        </p:nvPicPr>
        <p:blipFill>
          <a:blip r:embed="rId1"/>
          <a:stretch/>
        </p:blipFill>
        <p:spPr>
          <a:xfrm>
            <a:off x="62640" y="1066320"/>
            <a:ext cx="4318920" cy="39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文本框 5"/>
          <p:cNvSpPr/>
          <p:nvPr/>
        </p:nvSpPr>
        <p:spPr>
          <a:xfrm>
            <a:off x="975960" y="6216120"/>
            <a:ext cx="31384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单位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:mm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文本框 6"/>
          <p:cNvSpPr/>
          <p:nvPr/>
        </p:nvSpPr>
        <p:spPr>
          <a:xfrm>
            <a:off x="8472960" y="688320"/>
            <a:ext cx="3718800" cy="39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所有的几何关系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(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约束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)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：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只有正上方的正方形和两个圆圈有约束。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长度约束：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小圆直径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:243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大圆直径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:339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正方形距离大园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24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，小圆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3.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其他约束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圆心重合，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正方形中点连线，以及和大小圆连线皆竖直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图片 8" descr=""/>
          <p:cNvPicPr/>
          <p:nvPr/>
        </p:nvPicPr>
        <p:blipFill>
          <a:blip r:embed="rId2"/>
          <a:stretch/>
        </p:blipFill>
        <p:spPr>
          <a:xfrm>
            <a:off x="4114800" y="688320"/>
            <a:ext cx="4253760" cy="517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文本框 10"/>
          <p:cNvSpPr/>
          <p:nvPr/>
        </p:nvSpPr>
        <p:spPr>
          <a:xfrm>
            <a:off x="670320" y="318960"/>
            <a:ext cx="6316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Rear End Mounting Flange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31480" y="330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修改后的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v5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6" name="文本框 3"/>
          <p:cNvSpPr/>
          <p:nvPr/>
        </p:nvSpPr>
        <p:spPr>
          <a:xfrm>
            <a:off x="7634520" y="908280"/>
            <a:ext cx="3718800" cy="48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所有的几何关系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(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约束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)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：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长度约束：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正方形边长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:</a:t>
            </a: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等线"/>
              </a:rPr>
              <a:t>23(</a:t>
            </a:r>
            <a:r>
              <a:rPr b="0" lang="zh-CN" sz="1800" strike="noStrike" u="none">
                <a:solidFill>
                  <a:srgbClr val="ff0000"/>
                </a:solidFill>
                <a:effectLst/>
                <a:uFillTx/>
                <a:latin typeface="等线"/>
              </a:rPr>
              <a:t>原本为</a:t>
            </a: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等线"/>
              </a:rPr>
              <a:t>21</a:t>
            </a:r>
            <a:r>
              <a:rPr b="0" lang="zh-CN" sz="1800" strike="noStrike" u="none">
                <a:solidFill>
                  <a:srgbClr val="ff0000"/>
                </a:solidFill>
                <a:effectLst/>
                <a:uFillTx/>
                <a:latin typeface="等线"/>
              </a:rPr>
              <a:t>，且无约束</a:t>
            </a: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等线"/>
              </a:rPr>
              <a:t>),</a:t>
            </a:r>
            <a:r>
              <a:rPr b="0" lang="zh-CN" sz="1800" strike="noStrike" u="none">
                <a:solidFill>
                  <a:srgbClr val="ff0000"/>
                </a:solidFill>
                <a:effectLst/>
                <a:uFillTx/>
                <a:latin typeface="等线"/>
              </a:rPr>
              <a:t>使用线性圆周阵列生成剩下</a:t>
            </a: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等线"/>
              </a:rPr>
              <a:t>31</a:t>
            </a:r>
            <a:r>
              <a:rPr b="0" lang="zh-CN" sz="1800" strike="noStrike" u="none">
                <a:solidFill>
                  <a:srgbClr val="ff0000"/>
                </a:solidFill>
                <a:effectLst/>
                <a:uFillTx/>
                <a:latin typeface="等线"/>
              </a:rPr>
              <a:t>个，并且用原来</a:t>
            </a: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等线"/>
              </a:rPr>
              <a:t>31</a:t>
            </a:r>
            <a:r>
              <a:rPr b="0" lang="zh-CN" sz="1800" strike="noStrike" u="none">
                <a:solidFill>
                  <a:srgbClr val="ff0000"/>
                </a:solidFill>
                <a:effectLst/>
                <a:uFillTx/>
                <a:latin typeface="等线"/>
              </a:rPr>
              <a:t>个替换实体。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小圆直径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:</a:t>
            </a: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等线"/>
              </a:rPr>
              <a:t>241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大圆直径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:339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正方形距离小圆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3.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（</a:t>
            </a:r>
            <a:r>
              <a:rPr b="0" lang="zh-CN" sz="1800" strike="noStrike" u="none">
                <a:solidFill>
                  <a:srgbClr val="ff0000"/>
                </a:solidFill>
                <a:effectLst/>
                <a:uFillTx/>
                <a:latin typeface="等线"/>
              </a:rPr>
              <a:t>删除距离大圆的约束</a:t>
            </a: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等线"/>
              </a:rPr>
              <a:t>24</a:t>
            </a:r>
            <a:r>
              <a:rPr b="0" lang="zh-CN" sz="1800" strike="noStrike" u="none">
                <a:solidFill>
                  <a:srgbClr val="ff0000"/>
                </a:solidFill>
                <a:effectLst/>
                <a:uFillTx/>
                <a:latin typeface="等线"/>
              </a:rPr>
              <a:t>，否则过定义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）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其他约束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圆心重合，</a:t>
            </a:r>
            <a:r>
              <a:rPr b="0" lang="zh-CN" sz="1800" strike="noStrike" u="none">
                <a:solidFill>
                  <a:srgbClr val="ff0000"/>
                </a:solidFill>
                <a:effectLst/>
                <a:uFillTx/>
                <a:latin typeface="等线"/>
              </a:rPr>
              <a:t>加了圆心重合，原点重合。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正方形中点连线，以及和大小圆连线皆竖直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图片 5" descr=""/>
          <p:cNvPicPr/>
          <p:nvPr/>
        </p:nvPicPr>
        <p:blipFill>
          <a:blip r:embed="rId1"/>
          <a:srcRect l="9083" t="0" r="13074" b="782"/>
          <a:stretch/>
        </p:blipFill>
        <p:spPr>
          <a:xfrm>
            <a:off x="3552120" y="365040"/>
            <a:ext cx="3076920" cy="275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图片 7" descr=""/>
          <p:cNvPicPr/>
          <p:nvPr/>
        </p:nvPicPr>
        <p:blipFill>
          <a:blip r:embed="rId2"/>
          <a:stretch/>
        </p:blipFill>
        <p:spPr>
          <a:xfrm>
            <a:off x="731880" y="3151800"/>
            <a:ext cx="6099480" cy="334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文本框 9"/>
          <p:cNvSpPr/>
          <p:nvPr/>
        </p:nvSpPr>
        <p:spPr>
          <a:xfrm>
            <a:off x="231480" y="1505880"/>
            <a:ext cx="6163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Rear End Mounting Flange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V5</a:t>
            </a: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装配体未报错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pic>
        <p:nvPicPr>
          <p:cNvPr id="71" name="图片 4" descr=""/>
          <p:cNvPicPr/>
          <p:nvPr/>
        </p:nvPicPr>
        <p:blipFill>
          <a:blip r:embed="rId1"/>
          <a:stretch/>
        </p:blipFill>
        <p:spPr>
          <a:xfrm>
            <a:off x="623160" y="2016360"/>
            <a:ext cx="5689440" cy="402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图片 6" descr=""/>
          <p:cNvPicPr/>
          <p:nvPr/>
        </p:nvPicPr>
        <p:blipFill>
          <a:blip r:embed="rId2"/>
          <a:stretch/>
        </p:blipFill>
        <p:spPr>
          <a:xfrm>
            <a:off x="8030880" y="1301400"/>
            <a:ext cx="2410200" cy="196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图片 8" descr=""/>
          <p:cNvPicPr/>
          <p:nvPr/>
        </p:nvPicPr>
        <p:blipFill>
          <a:blip r:embed="rId3"/>
          <a:stretch/>
        </p:blipFill>
        <p:spPr>
          <a:xfrm>
            <a:off x="6886800" y="3372840"/>
            <a:ext cx="5007600" cy="250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文本框 9"/>
          <p:cNvSpPr/>
          <p:nvPr/>
        </p:nvSpPr>
        <p:spPr>
          <a:xfrm>
            <a:off x="7710840" y="6312960"/>
            <a:ext cx="3991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后端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794</TotalTime>
  <Application>LibreOffice/25.2.3.2$Linux_X86_64 LibreOffice_project/520$Build-2</Application>
  <AppVersion>15.0000</AppVersion>
  <Words>182</Words>
  <Paragraphs>29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2024-09-09T14:12:29Z</dcterms:created>
  <dc:creator>柏汀 田</dc:creator>
  <dc:description/>
  <dc:language>zh-CN</dc:language>
  <cp:lastModifiedBy/>
  <dcterms:modified xsi:type="dcterms:W3CDTF">2026-04-02T20:56:28Z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宽屏</vt:lpwstr>
  </property>
  <property fmtid="{D5CDD505-2E9C-101B-9397-08002B2CF9AE}" pid="3" name="Slides">
    <vt:i4>4</vt:i4>
  </property>
</Properties>
</file>