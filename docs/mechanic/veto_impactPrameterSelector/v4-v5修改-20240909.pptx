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2" y="10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71260-DB91-6608-AE4B-77049607A3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E306047-6E6B-2087-8EA5-556F06E34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EEE00B-8D7B-90B3-E00A-DB28517F2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8EBB4D-0290-D08E-4A61-58916CF52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CC1492-F3D8-A9EA-1161-797572C7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923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F80ABB-4116-AB32-18DC-003AC684A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B5FD9-4691-EEAC-3968-6375E909A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B0B996-7FB3-4FC2-2352-082829B0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9239BF-B56A-9468-717F-1522B34AC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6E1186-C51E-7AA0-B1CE-CC9E6E5FB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971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C0E829-20E4-2E53-BF49-11916B2D1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E92277-386E-409C-4714-AA507083F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0155EE-CC76-D5D0-744D-0F4AC43AA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8CB2C0-482A-517C-B24F-F17E57BA6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B0F415-FA17-57E5-9AC7-AED1ADBDF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0473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F85BEF-39D8-A204-5925-C680363C9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3BF744-CF5B-C787-B215-F6A5EB041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8C58947-0BE1-1AFA-ED04-A66550B03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BE15B5-EF3B-EE8B-5608-AD6269EA0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6B16CD-F230-0D53-473A-3C77A6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F2162B-95CD-333A-67DD-C7898E062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796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522AF3-9F8D-9A35-4508-2E5CD1DE4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773370A-1082-4716-F63F-A3B7298D3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AE4C55-200B-022D-5C38-839629886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E289AF5-3026-BB31-70CF-D3730004F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74BC20F-FFED-0A9A-B77B-2C186A7BEA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735CCC4-331D-0314-2B43-B5C69659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56B370-A7A1-AE84-B478-2CA43271B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CEA890D-D562-3AB7-08B2-8F8887C7E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0689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09C692-2F0C-D73A-C1E8-624CCF23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F6BDE01-BE85-396A-7C39-EB7439241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8319438-35ED-F8B8-EA79-F23F16BC1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EA887F0-CE79-30D3-38F9-208A0272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916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A07EC77-5A97-F447-9E2A-702759C0A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209B14C-91C1-6BC2-E164-61A313A0E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4871A7-C865-A3A0-17A1-FE79999E1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522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5046A-A0D0-0D58-A45A-B14B81594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D5CE97-3B05-150F-BAE8-96F5052EF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D27FFDB-41C9-E4F8-FB99-06F533DC0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71A7BC-7421-688A-11D2-1A7C2397F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637AE0-A074-1940-3866-FC509DECF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A676180-F32E-94CD-B500-B86363A79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4918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ECE685-E87F-6E46-F77D-7F02F3EE8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85F4BF0-4695-D47B-AEB5-CD7F1EDDDC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B9F4923-9E1B-DBB5-0486-4EF82EDB24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7AF7CE-A38D-FCA9-C982-D99E84C45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F357B5-249C-BBB0-8179-33FE079B8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D547D0E-2DF8-C907-904C-DECD11374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8491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D3A2F3-44C3-774E-6EDF-8D2C83471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7C3AB01-884B-A1A5-9520-3A5A56C466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056367-6800-0FAF-B446-8723A54EF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4E28F4-7F8F-71C3-A633-3D773E1B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B9B318-3440-004F-568C-FE800B229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19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4466F28-A6BE-672A-C8DC-7D46E74DCE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F269A8-EF75-3129-11E3-FFC3F7882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0D81F1-D24F-64EB-3639-603E7B56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02CC71-BD85-448A-40B4-F968D4CB6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E3B758-AE6A-C9C9-E847-6E8D972A4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6376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A2084BC-C510-410A-9C03-3BFE066FF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E3CEF8-74C5-2F3F-6051-069335F25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77EDEA-2E0A-0384-D826-C1ACB767D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D5A5F1-482C-4C07-9243-220EE643D3F9}" type="datetimeFigureOut">
              <a:rPr lang="zh-CN" altLang="en-US" smtClean="0"/>
              <a:t>2024/9/10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819CB9-BA7B-0E69-C28D-600669E48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91CB49-3B49-C618-4993-0EFBA9804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9BC586-15A3-418F-BBF9-1460FE87E77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5938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555551-27B6-0788-F9E1-B9195E8F29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V4-&gt;V5</a:t>
            </a:r>
            <a:r>
              <a:rPr lang="zh-CN" altLang="en-US" dirty="0"/>
              <a:t>修改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BF0B591-8764-6304-7399-96D6C64B8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208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B1EBE4D8-5A3D-B298-56A9-8C1EAB9A70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780" y="1066436"/>
            <a:ext cx="4319159" cy="3970318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B88B189-15CE-B679-2881-9701BD333A1B}"/>
              </a:ext>
            </a:extLst>
          </p:cNvPr>
          <p:cNvSpPr txBox="1"/>
          <p:nvPr/>
        </p:nvSpPr>
        <p:spPr>
          <a:xfrm>
            <a:off x="975946" y="6216162"/>
            <a:ext cx="3138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单位</a:t>
            </a:r>
            <a:r>
              <a:rPr lang="en-US" altLang="zh-CN" dirty="0"/>
              <a:t>:mm</a:t>
            </a:r>
          </a:p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8A1C62E-69AB-F218-3F7F-3AEF5C0164A7}"/>
              </a:ext>
            </a:extLst>
          </p:cNvPr>
          <p:cNvSpPr txBox="1"/>
          <p:nvPr/>
        </p:nvSpPr>
        <p:spPr>
          <a:xfrm>
            <a:off x="8472854" y="688394"/>
            <a:ext cx="37191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所有的几何关系</a:t>
            </a:r>
            <a:r>
              <a:rPr lang="en-US" altLang="zh-CN" dirty="0"/>
              <a:t>(</a:t>
            </a:r>
            <a:r>
              <a:rPr lang="zh-CN" altLang="en-US" dirty="0"/>
              <a:t>约束</a:t>
            </a:r>
            <a:r>
              <a:rPr lang="en-US" altLang="zh-CN" dirty="0"/>
              <a:t>)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zh-CN" altLang="en-US" dirty="0"/>
              <a:t>只有正上方的正方形和两个圆圈有约束。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长度约束： </a:t>
            </a:r>
            <a:endParaRPr lang="en-US" altLang="zh-CN" dirty="0"/>
          </a:p>
          <a:p>
            <a:r>
              <a:rPr lang="zh-CN" altLang="en-US" dirty="0"/>
              <a:t>小圆直径</a:t>
            </a:r>
            <a:r>
              <a:rPr lang="en-US" altLang="zh-CN" dirty="0"/>
              <a:t>:243</a:t>
            </a:r>
          </a:p>
          <a:p>
            <a:r>
              <a:rPr lang="zh-CN" altLang="en-US" dirty="0"/>
              <a:t>大圆直径</a:t>
            </a:r>
            <a:r>
              <a:rPr lang="en-US" altLang="zh-CN" dirty="0"/>
              <a:t>:339</a:t>
            </a:r>
          </a:p>
          <a:p>
            <a:r>
              <a:rPr lang="zh-CN" altLang="en-US" dirty="0"/>
              <a:t>正方形距离大园</a:t>
            </a:r>
            <a:r>
              <a:rPr lang="en-US" altLang="zh-CN" dirty="0"/>
              <a:t>24</a:t>
            </a:r>
            <a:r>
              <a:rPr lang="zh-CN" altLang="en-US" dirty="0"/>
              <a:t>，小圆</a:t>
            </a:r>
            <a:r>
              <a:rPr lang="en-US" altLang="zh-CN" dirty="0"/>
              <a:t>3.</a:t>
            </a:r>
          </a:p>
          <a:p>
            <a:endParaRPr lang="en-US" altLang="zh-CN" dirty="0"/>
          </a:p>
          <a:p>
            <a:r>
              <a:rPr lang="zh-CN" altLang="en-US" dirty="0"/>
              <a:t>其他约束</a:t>
            </a:r>
            <a:r>
              <a:rPr lang="en-US" altLang="zh-CN" dirty="0"/>
              <a:t>:</a:t>
            </a:r>
          </a:p>
          <a:p>
            <a:r>
              <a:rPr lang="zh-CN" altLang="en-US" dirty="0"/>
              <a:t>圆心重合，</a:t>
            </a:r>
            <a:endParaRPr lang="en-US" altLang="zh-CN" dirty="0"/>
          </a:p>
          <a:p>
            <a:r>
              <a:rPr lang="zh-CN" altLang="en-US" dirty="0"/>
              <a:t>正方形中点连线，以及和大小圆连线皆竖直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DE7032F-CED3-C37A-DD94-C4BF548D5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88394"/>
            <a:ext cx="4254087" cy="517866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F27FCB4-B4BF-D522-4AB2-A4ADB1298E45}"/>
              </a:ext>
            </a:extLst>
          </p:cNvPr>
          <p:cNvSpPr txBox="1"/>
          <p:nvPr/>
        </p:nvSpPr>
        <p:spPr>
          <a:xfrm>
            <a:off x="670414" y="319062"/>
            <a:ext cx="6317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Rear End Mounting Flange</a:t>
            </a:r>
          </a:p>
        </p:txBody>
      </p:sp>
    </p:spTree>
    <p:extLst>
      <p:ext uri="{BB962C8B-B14F-4D97-AF65-F5344CB8AC3E}">
        <p14:creationId xmlns:p14="http://schemas.microsoft.com/office/powerpoint/2010/main" val="3927813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16ECE5-7112-1418-A306-028890C3B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31" y="330418"/>
            <a:ext cx="10515600" cy="1325563"/>
          </a:xfrm>
        </p:spPr>
        <p:txBody>
          <a:bodyPr/>
          <a:lstStyle/>
          <a:p>
            <a:r>
              <a:rPr lang="zh-CN" altLang="en-US" dirty="0"/>
              <a:t>修改后的</a:t>
            </a:r>
            <a:r>
              <a:rPr lang="en-US" altLang="zh-CN" dirty="0"/>
              <a:t>v5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C47525-8CD3-56D7-155A-7A791A988A44}"/>
              </a:ext>
            </a:extLst>
          </p:cNvPr>
          <p:cNvSpPr txBox="1"/>
          <p:nvPr/>
        </p:nvSpPr>
        <p:spPr>
          <a:xfrm>
            <a:off x="7634654" y="908174"/>
            <a:ext cx="371914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所有的几何关系</a:t>
            </a:r>
            <a:r>
              <a:rPr lang="en-US" altLang="zh-CN" dirty="0"/>
              <a:t>(</a:t>
            </a:r>
            <a:r>
              <a:rPr lang="zh-CN" altLang="en-US" dirty="0"/>
              <a:t>约束</a:t>
            </a:r>
            <a:r>
              <a:rPr lang="en-US" altLang="zh-CN" dirty="0"/>
              <a:t>)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长度约束： </a:t>
            </a:r>
            <a:endParaRPr lang="en-US" altLang="zh-CN" dirty="0"/>
          </a:p>
          <a:p>
            <a:r>
              <a:rPr lang="zh-CN" altLang="en-US" dirty="0"/>
              <a:t>正方形边长</a:t>
            </a:r>
            <a:r>
              <a:rPr lang="en-US" altLang="zh-CN" dirty="0"/>
              <a:t>:</a:t>
            </a:r>
            <a:r>
              <a:rPr lang="en-US" altLang="zh-CN" dirty="0">
                <a:solidFill>
                  <a:srgbClr val="FF0000"/>
                </a:solidFill>
              </a:rPr>
              <a:t>23(</a:t>
            </a:r>
            <a:r>
              <a:rPr lang="zh-CN" altLang="en-US" dirty="0">
                <a:solidFill>
                  <a:srgbClr val="FF0000"/>
                </a:solidFill>
              </a:rPr>
              <a:t>原本为</a:t>
            </a:r>
            <a:r>
              <a:rPr lang="en-US" altLang="zh-CN" dirty="0">
                <a:solidFill>
                  <a:srgbClr val="FF0000"/>
                </a:solidFill>
              </a:rPr>
              <a:t>21</a:t>
            </a:r>
            <a:r>
              <a:rPr lang="zh-CN" altLang="en-US" dirty="0">
                <a:solidFill>
                  <a:srgbClr val="FF0000"/>
                </a:solidFill>
              </a:rPr>
              <a:t>，且无约束</a:t>
            </a:r>
            <a:r>
              <a:rPr lang="en-US" altLang="zh-CN" dirty="0">
                <a:solidFill>
                  <a:srgbClr val="FF0000"/>
                </a:solidFill>
              </a:rPr>
              <a:t>),</a:t>
            </a:r>
            <a:r>
              <a:rPr lang="zh-CN" altLang="en-US" dirty="0">
                <a:solidFill>
                  <a:srgbClr val="FF0000"/>
                </a:solidFill>
              </a:rPr>
              <a:t>使用线性圆周阵列生成剩下</a:t>
            </a:r>
            <a:r>
              <a:rPr lang="en-US" altLang="zh-CN" dirty="0">
                <a:solidFill>
                  <a:srgbClr val="FF0000"/>
                </a:solidFill>
              </a:rPr>
              <a:t>31</a:t>
            </a:r>
            <a:r>
              <a:rPr lang="zh-CN" altLang="en-US" dirty="0">
                <a:solidFill>
                  <a:srgbClr val="FF0000"/>
                </a:solidFill>
              </a:rPr>
              <a:t>个，并且用原来</a:t>
            </a:r>
            <a:r>
              <a:rPr lang="en-US" altLang="zh-CN" dirty="0">
                <a:solidFill>
                  <a:srgbClr val="FF0000"/>
                </a:solidFill>
              </a:rPr>
              <a:t>31</a:t>
            </a:r>
            <a:r>
              <a:rPr lang="zh-CN" altLang="en-US" dirty="0">
                <a:solidFill>
                  <a:srgbClr val="FF0000"/>
                </a:solidFill>
              </a:rPr>
              <a:t>个替换实体。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小圆直径</a:t>
            </a:r>
            <a:r>
              <a:rPr lang="en-US" altLang="zh-CN" dirty="0"/>
              <a:t>:</a:t>
            </a:r>
            <a:r>
              <a:rPr lang="en-US" altLang="zh-CN" dirty="0">
                <a:solidFill>
                  <a:srgbClr val="FF0000"/>
                </a:solidFill>
              </a:rPr>
              <a:t>241</a:t>
            </a:r>
          </a:p>
          <a:p>
            <a:r>
              <a:rPr lang="zh-CN" altLang="en-US" dirty="0"/>
              <a:t>大圆直径</a:t>
            </a:r>
            <a:r>
              <a:rPr lang="en-US" altLang="zh-CN" dirty="0"/>
              <a:t>:339</a:t>
            </a:r>
          </a:p>
          <a:p>
            <a:r>
              <a:rPr lang="zh-CN" altLang="en-US" dirty="0"/>
              <a:t>正方形距离小圆</a:t>
            </a:r>
            <a:r>
              <a:rPr lang="en-US" altLang="zh-CN" dirty="0"/>
              <a:t>3.</a:t>
            </a:r>
            <a:r>
              <a:rPr lang="zh-CN" altLang="en-US" dirty="0"/>
              <a:t>（</a:t>
            </a:r>
            <a:r>
              <a:rPr lang="zh-CN" altLang="en-US" dirty="0">
                <a:solidFill>
                  <a:srgbClr val="FF0000"/>
                </a:solidFill>
              </a:rPr>
              <a:t>删除距离大圆的约束</a:t>
            </a:r>
            <a:r>
              <a:rPr lang="en-US" altLang="zh-CN" dirty="0">
                <a:solidFill>
                  <a:srgbClr val="FF0000"/>
                </a:solidFill>
              </a:rPr>
              <a:t>24</a:t>
            </a:r>
            <a:r>
              <a:rPr lang="zh-CN" altLang="en-US" dirty="0">
                <a:solidFill>
                  <a:srgbClr val="FF0000"/>
                </a:solidFill>
              </a:rPr>
              <a:t>，否则过定义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其他约束</a:t>
            </a:r>
            <a:r>
              <a:rPr lang="en-US" altLang="zh-CN" dirty="0"/>
              <a:t>:</a:t>
            </a:r>
          </a:p>
          <a:p>
            <a:r>
              <a:rPr lang="zh-CN" altLang="en-US" dirty="0"/>
              <a:t>圆心重合，</a:t>
            </a:r>
            <a:r>
              <a:rPr lang="zh-CN" altLang="en-US" dirty="0">
                <a:solidFill>
                  <a:srgbClr val="FF0000"/>
                </a:solidFill>
              </a:rPr>
              <a:t>加了圆心重合，原点重合。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/>
              <a:t>正方形中点连线，以及和大小圆连线皆竖直</a:t>
            </a:r>
            <a:endParaRPr lang="en-US" altLang="zh-CN" dirty="0"/>
          </a:p>
          <a:p>
            <a:endParaRPr lang="en-US" altLang="zh-CN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55D4D10-25CF-EEEB-AF22-9A8F276BB3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82" r="13075" b="783"/>
          <a:stretch/>
        </p:blipFill>
        <p:spPr>
          <a:xfrm>
            <a:off x="3552092" y="365125"/>
            <a:ext cx="3077308" cy="275199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46C9BEA-26D3-4A67-7AD1-43D57257A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704" y="3151825"/>
            <a:ext cx="6099919" cy="3341050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67AC117-D84A-B65E-97B9-DC8BAD4B06A5}"/>
              </a:ext>
            </a:extLst>
          </p:cNvPr>
          <p:cNvSpPr txBox="1"/>
          <p:nvPr/>
        </p:nvSpPr>
        <p:spPr>
          <a:xfrm>
            <a:off x="231531" y="1506022"/>
            <a:ext cx="61634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Rear End Mounting Flange</a:t>
            </a:r>
          </a:p>
        </p:txBody>
      </p:sp>
    </p:spTree>
    <p:extLst>
      <p:ext uri="{BB962C8B-B14F-4D97-AF65-F5344CB8AC3E}">
        <p14:creationId xmlns:p14="http://schemas.microsoft.com/office/powerpoint/2010/main" val="3814584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71AE8C-9D75-36C2-EE14-898DE877F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V5</a:t>
            </a:r>
            <a:r>
              <a:rPr lang="zh-CN" altLang="en-US" dirty="0"/>
              <a:t>装配体未报错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87303B-33BB-D45C-E096-2D12931EF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15" y="2016446"/>
            <a:ext cx="5689663" cy="402386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D66C2DB-3FC7-7FA9-A8F2-723C11D32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735" y="1301262"/>
            <a:ext cx="2410423" cy="196983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434203D-4F2B-1F4A-AE55-11258B994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6629" y="3372756"/>
            <a:ext cx="5007914" cy="250929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1C9D3C7-2089-31A1-E97B-AF4B78537DF6}"/>
              </a:ext>
            </a:extLst>
          </p:cNvPr>
          <p:cNvSpPr txBox="1"/>
          <p:nvPr/>
        </p:nvSpPr>
        <p:spPr>
          <a:xfrm>
            <a:off x="7710854" y="6312877"/>
            <a:ext cx="3991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</a:t>
            </a:r>
          </a:p>
        </p:txBody>
      </p:sp>
    </p:spTree>
    <p:extLst>
      <p:ext uri="{BB962C8B-B14F-4D97-AF65-F5344CB8AC3E}">
        <p14:creationId xmlns:p14="http://schemas.microsoft.com/office/powerpoint/2010/main" val="91234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182</Words>
  <Application>Microsoft Office PowerPoint</Application>
  <PresentationFormat>宽屏</PresentationFormat>
  <Paragraphs>29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V4-&gt;V5修改</vt:lpstr>
      <vt:lpstr>PowerPoint 演示文稿</vt:lpstr>
      <vt:lpstr>修改后的v5</vt:lpstr>
      <vt:lpstr>V5装配体未报错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柏汀 田</dc:creator>
  <cp:lastModifiedBy>柏汀 田</cp:lastModifiedBy>
  <cp:revision>2</cp:revision>
  <dcterms:created xsi:type="dcterms:W3CDTF">2024-09-09T14:12:29Z</dcterms:created>
  <dcterms:modified xsi:type="dcterms:W3CDTF">2024-09-10T09:02:30Z</dcterms:modified>
</cp:coreProperties>
</file>